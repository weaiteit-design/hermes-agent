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Navigating the Digital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For Mechanic Diesel and Mechanic Motor Vehicle learners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50-minute topic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Simple rule: read, organise, verify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Why this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Modern workshops use both hand tools and digital tools.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Digital records help reduce mistakes and save time.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A mechanic still needs practical skill and judgement.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What you may 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Digital job card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Service history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Diagnostic scan report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Checklist and parts record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Photos and safety instructions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Use Case 1: Digital job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Read customer complaint fully.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Check service history before starting.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Update true observations only.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Use Case 2: Scan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A fault message is a clue.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Verify wiring, connector, fuse, fitting, and readings.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Ask a senior before replacing parts.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Use Case 3: Parts and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Search previous service date and pending work.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Use correct part and stock record.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Good records help the next technician.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Safe digital habits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Protect customer details.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Do not mark work complete without checking.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Keep devices away from oil, water, and heat.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Learner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Open job card → read task → check safety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Inspect practically → update observations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Get senior verification → save and close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5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3730"/>
                </a:solidFill>
              </a:defRPr>
            </a:pPr>
            <a:r>
              <a:t>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Digital tools support the mechanic.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They do not replace observation and testing.</a:t>
            </a:r>
          </a:p>
          <a:p>
            <a:pPr>
              <a:spcAft>
                <a:spcPts val="800"/>
              </a:spcAft>
              <a:defRPr sz="1800">
                <a:solidFill>
                  <a:srgbClr val="283732"/>
                </a:solidFill>
              </a:defRPr>
            </a:pPr>
            <a:r>
              <a:t>Read carefully, organise clearly, verify before action.</a:t>
            </a:r>
          </a:p>
        </p:txBody>
      </p:sp>
      <p:sp>
        <p:nvSpPr>
          <p:cNvPr id="5" name="Oval 4"/>
          <p:cNvSpPr/>
          <p:nvPr/>
        </p:nvSpPr>
        <p:spPr>
          <a:xfrm>
            <a:off x="7726679" y="4983480"/>
            <a:ext cx="914400" cy="914400"/>
          </a:xfrm>
          <a:prstGeom prst="ellipse">
            <a:avLst/>
          </a:prstGeom>
          <a:solidFill>
            <a:srgbClr val="F4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/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