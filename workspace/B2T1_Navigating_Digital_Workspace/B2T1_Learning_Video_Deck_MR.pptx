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5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3730"/>
                </a:solidFill>
              </a:defRPr>
            </a:pPr>
            <a:r>
              <a:t>डिजिटल कार्यक्षेत्रात मार्गदर्शन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6766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Mechanic Diesel आणि Mechanic Motor Vehicle शिकणाऱ्यांसाठी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50 मिनिटांचा विषय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नियम: वाचा, व्यवस्थित ठेवा, पडताळा</a:t>
            </a:r>
          </a:p>
        </p:txBody>
      </p:sp>
      <p:sp>
        <p:nvSpPr>
          <p:cNvPr id="5" name="Oval 4"/>
          <p:cNvSpPr/>
          <p:nvPr/>
        </p:nvSpPr>
        <p:spPr>
          <a:xfrm>
            <a:off x="7726679" y="4983480"/>
            <a:ext cx="914400" cy="914400"/>
          </a:xfrm>
          <a:prstGeom prst="ellipse">
            <a:avLst/>
          </a:prstGeom>
          <a:solidFill>
            <a:srgbClr val="F4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5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3730"/>
                </a:solidFill>
              </a:defRPr>
            </a:pPr>
            <a:r>
              <a:t>हे का महत्त्वाचे आहे?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6766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आधुनिक कार्यशाळेत हाताची साधने आणि डिजिटल साधने दोन्ही वापरली जातात.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डिजिटल रेकॉर्ड चुका कमी करतात.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मेकॅनिकचे कौशल्य आणि विचार महत्त्वाचेच राहतात.</a:t>
            </a:r>
          </a:p>
        </p:txBody>
      </p:sp>
      <p:sp>
        <p:nvSpPr>
          <p:cNvPr id="5" name="Oval 4"/>
          <p:cNvSpPr/>
          <p:nvPr/>
        </p:nvSpPr>
        <p:spPr>
          <a:xfrm>
            <a:off x="7726679" y="4983480"/>
            <a:ext cx="914400" cy="914400"/>
          </a:xfrm>
          <a:prstGeom prst="ellipse">
            <a:avLst/>
          </a:prstGeom>
          <a:solidFill>
            <a:srgbClr val="F4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5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3730"/>
                </a:solidFill>
              </a:defRPr>
            </a:pPr>
            <a:r>
              <a:t>तुम्हाला काय दिसू शकते?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6766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डिजिटल जॉब कार्ड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सर्व्हिस इतिहास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डायग्नोस्टिक स्कॅन रिपोर्ट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चेकलिस्ट आणि पार्ट्स रेकॉर्ड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फोटो आणि सुरक्षा सूचना</a:t>
            </a:r>
          </a:p>
        </p:txBody>
      </p:sp>
      <p:sp>
        <p:nvSpPr>
          <p:cNvPr id="5" name="Oval 4"/>
          <p:cNvSpPr/>
          <p:nvPr/>
        </p:nvSpPr>
        <p:spPr>
          <a:xfrm>
            <a:off x="7726679" y="4983480"/>
            <a:ext cx="914400" cy="914400"/>
          </a:xfrm>
          <a:prstGeom prst="ellipse">
            <a:avLst/>
          </a:prstGeom>
          <a:solidFill>
            <a:srgbClr val="F4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5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3730"/>
                </a:solidFill>
              </a:defRPr>
            </a:pPr>
            <a:r>
              <a:t>वापर उदाहरण 1: जॉब कार्ड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6766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ग्राहकाची तक्रार पूर्ण वाचा.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काम सुरू करण्यापूर्वी सर्व्हिस इतिहास तपासा.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खरी निरीक्षणेच अपडेट करा.</a:t>
            </a:r>
          </a:p>
        </p:txBody>
      </p:sp>
      <p:sp>
        <p:nvSpPr>
          <p:cNvPr id="5" name="Oval 4"/>
          <p:cNvSpPr/>
          <p:nvPr/>
        </p:nvSpPr>
        <p:spPr>
          <a:xfrm>
            <a:off x="7726679" y="4983480"/>
            <a:ext cx="914400" cy="914400"/>
          </a:xfrm>
          <a:prstGeom prst="ellipse">
            <a:avLst/>
          </a:prstGeom>
          <a:solidFill>
            <a:srgbClr val="F4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5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3730"/>
                </a:solidFill>
              </a:defRPr>
            </a:pPr>
            <a:r>
              <a:t>वापर उदाहरण 2: स्कॅन रिपोर्ट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6766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फॉल्ट संदेश हा फक्त संकेत असतो.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वायरिंग, कनेक्टर, फ्यूज आणि रीडिंग पडताळा.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भाग बदलण्यापूर्वी वरिष्ठांना विचारा.</a:t>
            </a:r>
          </a:p>
        </p:txBody>
      </p:sp>
      <p:sp>
        <p:nvSpPr>
          <p:cNvPr id="5" name="Oval 4"/>
          <p:cNvSpPr/>
          <p:nvPr/>
        </p:nvSpPr>
        <p:spPr>
          <a:xfrm>
            <a:off x="7726679" y="4983480"/>
            <a:ext cx="914400" cy="914400"/>
          </a:xfrm>
          <a:prstGeom prst="ellipse">
            <a:avLst/>
          </a:prstGeom>
          <a:solidFill>
            <a:srgbClr val="F4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5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3730"/>
                </a:solidFill>
              </a:defRPr>
            </a:pPr>
            <a:r>
              <a:t>वापर उदाहरण 3: पार्ट्स आणि रेकॉर्ड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6766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मागील सर्व्हिस तारीख आणि बाकी काम शोधा.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योग्य भाग आणि स्टॉक रेकॉर्ड वापरा.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चांगले रेकॉर्ड पुढच्या तंत्रज्ञाला मदत करतात.</a:t>
            </a:r>
          </a:p>
        </p:txBody>
      </p:sp>
      <p:sp>
        <p:nvSpPr>
          <p:cNvPr id="5" name="Oval 4"/>
          <p:cNvSpPr/>
          <p:nvPr/>
        </p:nvSpPr>
        <p:spPr>
          <a:xfrm>
            <a:off x="7726679" y="4983480"/>
            <a:ext cx="914400" cy="914400"/>
          </a:xfrm>
          <a:prstGeom prst="ellipse">
            <a:avLst/>
          </a:prstGeom>
          <a:solidFill>
            <a:srgbClr val="F4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5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3730"/>
                </a:solidFill>
              </a:defRPr>
            </a:pPr>
            <a:r>
              <a:t>सुरक्षित डिजिटल सवयी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6766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ग्राहक माहिती सुरक्षित ठेवा.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तपासणी न करता पूर्ण चिन्हांकित करू नका.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उपकरण तेल, पाणी आणि उष्णतेपासून दूर ठेवा.</a:t>
            </a:r>
          </a:p>
        </p:txBody>
      </p:sp>
      <p:sp>
        <p:nvSpPr>
          <p:cNvPr id="5" name="Oval 4"/>
          <p:cNvSpPr/>
          <p:nvPr/>
        </p:nvSpPr>
        <p:spPr>
          <a:xfrm>
            <a:off x="7726679" y="4983480"/>
            <a:ext cx="914400" cy="914400"/>
          </a:xfrm>
          <a:prstGeom prst="ellipse">
            <a:avLst/>
          </a:prstGeom>
          <a:solidFill>
            <a:srgbClr val="F4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5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3730"/>
                </a:solidFill>
              </a:defRPr>
            </a:pPr>
            <a:r>
              <a:t>शिकणाऱ्याचा प्रवाह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6766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जॉब कार्ड उघडा → काम वाचा → सुरक्षा तपासा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प्रत्यक्ष तपासणी करा → निरीक्षण लिहा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वरिष्ठ पडताळणी → सेव्ह आणि बंद</a:t>
            </a:r>
          </a:p>
        </p:txBody>
      </p:sp>
      <p:sp>
        <p:nvSpPr>
          <p:cNvPr id="5" name="Oval 4"/>
          <p:cNvSpPr/>
          <p:nvPr/>
        </p:nvSpPr>
        <p:spPr>
          <a:xfrm>
            <a:off x="7726679" y="4983480"/>
            <a:ext cx="914400" cy="914400"/>
          </a:xfrm>
          <a:prstGeom prst="ellipse">
            <a:avLst/>
          </a:prstGeom>
          <a:solidFill>
            <a:srgbClr val="F4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5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3730"/>
                </a:solidFill>
              </a:defRPr>
            </a:pPr>
            <a:r>
              <a:t>लक्षात ठेवा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6766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डिजिटल साधने मेकॅनिकला मदत करतात.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ती निरीक्षण आणि चाचणीची जागा घेत नाहीत.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काळजीपूर्वक वाचा, व्यवस्थित ठेवा, पडताळा.</a:t>
            </a:r>
          </a:p>
        </p:txBody>
      </p:sp>
      <p:sp>
        <p:nvSpPr>
          <p:cNvPr id="5" name="Oval 4"/>
          <p:cNvSpPr/>
          <p:nvPr/>
        </p:nvSpPr>
        <p:spPr>
          <a:xfrm>
            <a:off x="7726679" y="4983480"/>
            <a:ext cx="914400" cy="914400"/>
          </a:xfrm>
          <a:prstGeom prst="ellipse">
            <a:avLst/>
          </a:prstGeom>
          <a:solidFill>
            <a:srgbClr val="F4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/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