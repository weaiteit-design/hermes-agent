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gvv2sUY8n0XfxvE6aOjKBzXPQ+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i="1"/>
          </a:p>
        </p:txBody>
      </p:sp>
      <p:sp>
        <p:nvSpPr>
          <p:cNvPr id="110" name="Google Shape;110;p1:notes"/>
          <p:cNvSpPr txBox="1"/>
          <p:nvPr>
            <p:ph idx="12" type="sldNum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/>
          <p:nvPr>
            <p:ph idx="2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 txBox="1"/>
          <p:nvPr>
            <p:ph idx="12" type="sldNum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5.jpg"/><Relationship Id="rId6" Type="http://schemas.openxmlformats.org/officeDocument/2006/relationships/image" Target="../media/image6.jpg"/><Relationship Id="rId7" Type="http://schemas.openxmlformats.org/officeDocument/2006/relationships/image" Target="../media/image3.jpg"/><Relationship Id="rId8" Type="http://schemas.openxmlformats.org/officeDocument/2006/relationships/image" Target="../media/image1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5.jpg"/><Relationship Id="rId4" Type="http://schemas.openxmlformats.org/officeDocument/2006/relationships/image" Target="../media/image12.png"/><Relationship Id="rId5" Type="http://schemas.openxmlformats.org/officeDocument/2006/relationships/image" Target="../media/image6.jpg"/><Relationship Id="rId6" Type="http://schemas.openxmlformats.org/officeDocument/2006/relationships/image" Target="../media/image3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Date Format">
  <p:cSld name="Title Slide with Date Format">
    <p:bg>
      <p:bgPr>
        <a:gradFill>
          <a:gsLst>
            <a:gs pos="0">
              <a:srgbClr val="0067AC"/>
            </a:gs>
            <a:gs pos="10000">
              <a:srgbClr val="0067AC"/>
            </a:gs>
            <a:gs pos="100000">
              <a:srgbClr val="56BBED"/>
            </a:gs>
          </a:gsLst>
          <a:lin ang="9120000" scaled="0"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/>
          <p:nvPr/>
        </p:nvSpPr>
        <p:spPr>
          <a:xfrm>
            <a:off x="-19595" y="-19594"/>
            <a:ext cx="18288000" cy="10306595"/>
          </a:xfrm>
          <a:prstGeom prst="rect">
            <a:avLst/>
          </a:prstGeom>
          <a:gradFill>
            <a:gsLst>
              <a:gs pos="0">
                <a:srgbClr val="0067AC"/>
              </a:gs>
              <a:gs pos="10000">
                <a:srgbClr val="0067AC"/>
              </a:gs>
              <a:gs pos="100000">
                <a:srgbClr val="56BBED"/>
              </a:gs>
            </a:gsLst>
            <a:lin ang="9120000" scaled="0"/>
          </a:gra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Calibri"/>
              <a:buNone/>
            </a:pPr>
            <a:r>
              <a:t/>
            </a:r>
            <a:endParaRPr b="0" i="0" sz="2801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8"/>
          <p:cNvSpPr txBox="1"/>
          <p:nvPr>
            <p:ph type="ctrTitle"/>
          </p:nvPr>
        </p:nvSpPr>
        <p:spPr>
          <a:xfrm>
            <a:off x="333382" y="5216230"/>
            <a:ext cx="14314166" cy="795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67"/>
              <a:buFont typeface="Calibri"/>
              <a:buNone/>
              <a:defRPr sz="460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8" name="Google Shape;1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9189" y="7299403"/>
            <a:ext cx="3681755" cy="16877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" name="Google Shape;19;p8"/>
          <p:cNvCxnSpPr/>
          <p:nvPr/>
        </p:nvCxnSpPr>
        <p:spPr>
          <a:xfrm>
            <a:off x="468634" y="6438900"/>
            <a:ext cx="14314166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" name="Google Shape;2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11681" y="9632568"/>
            <a:ext cx="2845146" cy="298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8" title="Logo.png"/>
          <p:cNvPicPr preferRelativeResize="0"/>
          <p:nvPr/>
        </p:nvPicPr>
        <p:blipFill rotWithShape="1">
          <a:blip r:embed="rId4">
            <a:alphaModFix/>
          </a:blip>
          <a:srcRect b="0" l="0" r="42243" t="0"/>
          <a:stretch/>
        </p:blipFill>
        <p:spPr>
          <a:xfrm>
            <a:off x="15201901" y="485777"/>
            <a:ext cx="2128922" cy="102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8"/>
          <p:cNvSpPr/>
          <p:nvPr/>
        </p:nvSpPr>
        <p:spPr>
          <a:xfrm>
            <a:off x="-39189" y="2082843"/>
            <a:ext cx="18327189" cy="219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37125" lIns="137125" spcFirstLastPara="1" rIns="137125" wrap="square" tIns="137125">
            <a:noAutofit/>
          </a:bodyPr>
          <a:lstStyle/>
          <a:p>
            <a:pPr indent="0" lvl="0" marL="5486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t/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8" title="dgt-logo_1.jp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20665" y="2237147"/>
            <a:ext cx="2223050" cy="1870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8" title="WhatsApp Image 2025-12-15 at 5.37.18 PM (1)_1.jpe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495636" y="2912564"/>
            <a:ext cx="3207710" cy="649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8" title="WhatsApp Image 2025-12-22 at 11.36.10 AM (2).jpe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92652" y="2360931"/>
            <a:ext cx="1978578" cy="1619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8" title="Oct082016104008_1.jp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820170" y="2493509"/>
            <a:ext cx="2477864" cy="1487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741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bg>
      <p:bgPr>
        <a:gradFill>
          <a:gsLst>
            <a:gs pos="0">
              <a:srgbClr val="7030A0"/>
            </a:gs>
            <a:gs pos="23000">
              <a:srgbClr val="7030A0"/>
            </a:gs>
            <a:gs pos="100000">
              <a:srgbClr val="00B0F0"/>
            </a:gs>
          </a:gsLst>
          <a:lin ang="18900000" scaled="0"/>
        </a:gra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7030A0"/>
              </a:gs>
              <a:gs pos="23000">
                <a:srgbClr val="7030A0"/>
              </a:gs>
              <a:gs pos="100000">
                <a:srgbClr val="00B0F0"/>
              </a:gs>
            </a:gsLst>
            <a:lin ang="18900000" scaled="0"/>
          </a:gradFill>
          <a:ln>
            <a:noFill/>
          </a:ln>
        </p:spPr>
        <p:txBody>
          <a:bodyPr anchorCtr="0" anchor="ctr" bIns="68550" lIns="137125" spcFirstLastPara="1" rIns="137125" wrap="square" tIns="6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t/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10" title="Log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990800" y="2565751"/>
            <a:ext cx="3104625" cy="82466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0"/>
          <p:cNvSpPr txBox="1"/>
          <p:nvPr/>
        </p:nvSpPr>
        <p:spPr>
          <a:xfrm>
            <a:off x="2743200" y="3980700"/>
            <a:ext cx="136296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rebuchet MS"/>
              <a:buNone/>
            </a:pPr>
            <a:r>
              <a:rPr b="0" i="0" lang="en-US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Skill Development Initiative of Tata Trusts</a:t>
            </a:r>
            <a:endParaRPr b="0" i="0" sz="27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5" name="Google Shape;35;p10"/>
          <p:cNvSpPr txBox="1"/>
          <p:nvPr/>
        </p:nvSpPr>
        <p:spPr>
          <a:xfrm>
            <a:off x="2728313" y="4706100"/>
            <a:ext cx="136296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rebuchet MS"/>
              <a:buNone/>
            </a:pPr>
            <a:r>
              <a:rPr b="1" i="0" lang="en-US" sz="27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www.tatastrive.com</a:t>
            </a:r>
            <a:endParaRPr b="1" i="0" sz="27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6" name="Google Shape;36;p10"/>
          <p:cNvSpPr/>
          <p:nvPr/>
        </p:nvSpPr>
        <p:spPr>
          <a:xfrm>
            <a:off x="0" y="7902491"/>
            <a:ext cx="18288000" cy="173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08400" lIns="108400" spcFirstLastPara="1" rIns="108400" wrap="square" tIns="108400">
            <a:noAutofit/>
          </a:bodyPr>
          <a:lstStyle/>
          <a:p>
            <a:pPr indent="0" lvl="0" marL="433738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9"/>
              <a:buFont typeface="Calibri"/>
              <a:buNone/>
            </a:pPr>
            <a:r>
              <a:t/>
            </a:r>
            <a:endParaRPr b="0" i="0" sz="16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" name="Google Shape;37;p10"/>
          <p:cNvGrpSpPr/>
          <p:nvPr/>
        </p:nvGrpSpPr>
        <p:grpSpPr>
          <a:xfrm>
            <a:off x="3606230" y="8010788"/>
            <a:ext cx="10589321" cy="1587474"/>
            <a:chOff x="1030078" y="3722348"/>
            <a:chExt cx="7059547" cy="1058316"/>
          </a:xfrm>
        </p:grpSpPr>
        <p:pic>
          <p:nvPicPr>
            <p:cNvPr id="38" name="Google Shape;38;p10" title="dgt-logo_1.jpg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30078" y="3722348"/>
              <a:ext cx="1293096" cy="10583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39;p10" title="Oct082016104008_1.jpg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388411" y="3825020"/>
              <a:ext cx="1453383" cy="911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40;p10" title="WhatsApp Image 2025-12-15 at 5.37.18 PM (1)_1.jpeg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3775" y="4083498"/>
              <a:ext cx="1865850" cy="3946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10" title="WhatsApp Image 2025-12-22 at 11.36.10 AM (2).jpeg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80339" y="3776344"/>
              <a:ext cx="1150892" cy="98459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64" name="Google Shape;6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1" name="Google Shape;71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73" name="Google Shape;73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4" name="Google Shape;84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5" name="Google Shape;8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2" name="Google Shape;9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11.jpg"/><Relationship Id="rId5" Type="http://schemas.openxmlformats.org/officeDocument/2006/relationships/image" Target="../media/image14.jpg"/><Relationship Id="rId6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9.png"/><Relationship Id="rId9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"/>
          <p:cNvSpPr/>
          <p:nvPr/>
        </p:nvSpPr>
        <p:spPr>
          <a:xfrm>
            <a:off x="5076335" y="2177592"/>
            <a:ext cx="2997723" cy="200790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9746" y="2349181"/>
            <a:ext cx="1740425" cy="174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"/>
          <p:cNvSpPr txBox="1"/>
          <p:nvPr>
            <p:ph type="ctrTitle"/>
          </p:nvPr>
        </p:nvSpPr>
        <p:spPr>
          <a:xfrm>
            <a:off x="323088" y="4991100"/>
            <a:ext cx="14314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75333"/>
              </a:lnSpc>
              <a:spcBef>
                <a:spcPts val="0"/>
              </a:spcBef>
              <a:spcAft>
                <a:spcPts val="0"/>
              </a:spcAft>
              <a:buSzPts val="3067"/>
              <a:buNone/>
            </a:pPr>
            <a:r>
              <a:t>Navigating the Digital Workspace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20" name="Google Shape;120;p2"/>
          <p:cNvSpPr txBox="1"/>
          <p:nvPr/>
        </p:nvSpPr>
        <p:spPr>
          <a:xfrm>
            <a:off x="3733800" y="3238500"/>
            <a:ext cx="9846085" cy="1339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5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t>Navigating the Digital Workspace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4880586" y="5169158"/>
            <a:ext cx="8526827" cy="397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>This video will show how a mechanic uses digital job cards, service records, and scan reports safely in a workshop.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0" y="3619499"/>
            <a:ext cx="1447800" cy="1748431"/>
          </a:xfrm>
          <a:prstGeom prst="flowChartDelay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 rot="10800000">
            <a:off x="16840199" y="3619498"/>
            <a:ext cx="1447800" cy="1748431"/>
          </a:xfrm>
          <a:prstGeom prst="flowChartDelay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92400" y="495300"/>
            <a:ext cx="24384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353800" y="495300"/>
            <a:ext cx="3436392" cy="726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pic>
        <p:nvPicPr>
          <p:cNvPr id="131" name="Google Shape;13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392400" y="495300"/>
            <a:ext cx="24384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"/>
          <p:cNvSpPr txBox="1"/>
          <p:nvPr/>
        </p:nvSpPr>
        <p:spPr>
          <a:xfrm>
            <a:off x="4606190" y="1321308"/>
            <a:ext cx="772189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63AE"/>
              </a:buClr>
              <a:buSzPts val="3000"/>
              <a:buFont typeface="Arial"/>
              <a:buNone/>
            </a:pPr>
            <a:r>
              <a:t>Navigating the Digital Workspace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 flipH="1" rot="10800000">
            <a:off x="1676400" y="2152043"/>
            <a:ext cx="12801600" cy="64008"/>
          </a:xfrm>
          <a:custGeom>
            <a:rect b="b" l="l" r="r" t="t"/>
            <a:pathLst>
              <a:path extrusionOk="0" h="64008" w="7315200">
                <a:moveTo>
                  <a:pt x="0" y="0"/>
                </a:moveTo>
                <a:lnTo>
                  <a:pt x="7315200" y="0"/>
                </a:lnTo>
                <a:lnTo>
                  <a:pt x="7315200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pic>
        <p:nvPicPr>
          <p:cNvPr id="134" name="Google Shape;13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755582" y="495300"/>
            <a:ext cx="3276600" cy="692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Picture 134" descr="job_card_worksh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0000" y="2400000"/>
            <a:ext cx="5200000" cy="33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 txBox="1"/>
          <p:nvPr/>
        </p:nvSpPr>
        <p:spPr>
          <a:xfrm>
            <a:off x="242581" y="1068431"/>
            <a:ext cx="5508835" cy="710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45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>What You Will See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0" name="Google Shape;140;p4"/>
          <p:cNvGrpSpPr/>
          <p:nvPr/>
        </p:nvGrpSpPr>
        <p:grpSpPr>
          <a:xfrm>
            <a:off x="3414533" y="2095500"/>
            <a:ext cx="1646456" cy="1719827"/>
            <a:chOff x="7726144" y="1614073"/>
            <a:chExt cx="1646456" cy="1719827"/>
          </a:xfrm>
        </p:grpSpPr>
        <p:grpSp>
          <p:nvGrpSpPr>
            <p:cNvPr id="141" name="Google Shape;141;p4"/>
            <p:cNvGrpSpPr/>
            <p:nvPr/>
          </p:nvGrpSpPr>
          <p:grpSpPr>
            <a:xfrm>
              <a:off x="7765648" y="1774648"/>
              <a:ext cx="1606952" cy="1559252"/>
              <a:chOff x="0" y="0"/>
              <a:chExt cx="812800" cy="812800"/>
            </a:xfrm>
          </p:grpSpPr>
          <p:sp>
            <p:nvSpPr>
              <p:cNvPr id="142" name="Google Shape;142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886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t/>
                </a:r>
                <a:endParaRPr b="1" i="0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4" name="Google Shape;144;p4"/>
            <p:cNvSpPr txBox="1"/>
            <p:nvPr/>
          </p:nvSpPr>
          <p:spPr>
            <a:xfrm>
              <a:off x="7726144" y="1614073"/>
              <a:ext cx="1638836" cy="11527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3667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" name="Google Shape;145;p4"/>
          <p:cNvGrpSpPr/>
          <p:nvPr/>
        </p:nvGrpSpPr>
        <p:grpSpPr>
          <a:xfrm>
            <a:off x="3437393" y="4686300"/>
            <a:ext cx="1638836" cy="1732565"/>
            <a:chOff x="7749004" y="4204873"/>
            <a:chExt cx="1638836" cy="1732565"/>
          </a:xfrm>
        </p:grpSpPr>
        <p:grpSp>
          <p:nvGrpSpPr>
            <p:cNvPr id="146" name="Google Shape;146;p4"/>
            <p:cNvGrpSpPr/>
            <p:nvPr/>
          </p:nvGrpSpPr>
          <p:grpSpPr>
            <a:xfrm>
              <a:off x="7765648" y="4378186"/>
              <a:ext cx="1606952" cy="1559252"/>
              <a:chOff x="0" y="0"/>
              <a:chExt cx="812800" cy="812800"/>
            </a:xfrm>
          </p:grpSpPr>
          <p:sp>
            <p:nvSpPr>
              <p:cNvPr id="147" name="Google Shape;147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886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t/>
                </a:r>
                <a:endParaRPr b="1" i="0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9" name="Google Shape;149;p4"/>
            <p:cNvSpPr txBox="1"/>
            <p:nvPr/>
          </p:nvSpPr>
          <p:spPr>
            <a:xfrm>
              <a:off x="7749004" y="4204873"/>
              <a:ext cx="1638836" cy="11527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3667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" name="Google Shape;150;p4"/>
          <p:cNvGrpSpPr/>
          <p:nvPr/>
        </p:nvGrpSpPr>
        <p:grpSpPr>
          <a:xfrm>
            <a:off x="3437393" y="7353300"/>
            <a:ext cx="1638836" cy="1667256"/>
            <a:chOff x="7749004" y="6871873"/>
            <a:chExt cx="1638836" cy="1667256"/>
          </a:xfrm>
        </p:grpSpPr>
        <p:grpSp>
          <p:nvGrpSpPr>
            <p:cNvPr id="151" name="Google Shape;151;p4"/>
            <p:cNvGrpSpPr/>
            <p:nvPr/>
          </p:nvGrpSpPr>
          <p:grpSpPr>
            <a:xfrm>
              <a:off x="7765648" y="6979877"/>
              <a:ext cx="1606952" cy="1559252"/>
              <a:chOff x="0" y="0"/>
              <a:chExt cx="812800" cy="812800"/>
            </a:xfrm>
          </p:grpSpPr>
          <p:sp>
            <p:nvSpPr>
              <p:cNvPr id="152" name="Google Shape;152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8863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t/>
                </a:r>
                <a:endParaRPr b="1" i="0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4" name="Google Shape;154;p4"/>
            <p:cNvSpPr txBox="1"/>
            <p:nvPr/>
          </p:nvSpPr>
          <p:spPr>
            <a:xfrm>
              <a:off x="7749004" y="6871873"/>
              <a:ext cx="1638836" cy="11527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3667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4"/>
          <p:cNvSpPr txBox="1"/>
          <p:nvPr/>
        </p:nvSpPr>
        <p:spPr>
          <a:xfrm>
            <a:off x="5781891" y="2513868"/>
            <a:ext cx="10693200" cy="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sz="2200"/>
              <a:t>Digital job cards help you know the customer concern, vehicle details, and work to be done.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5751416" y="5143500"/>
            <a:ext cx="10388510" cy="84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sz="2200"/>
              <a:t>Service history and part records help you avoid repeat mistakes and choose the correct next step.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5781896" y="7773113"/>
            <a:ext cx="10373270" cy="844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sz="2200"/>
              <a:t>Diagnostic reports are clues. A good mechanic verifies them before repairing or replacing parts.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92400" y="495300"/>
            <a:ext cx="24384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4"/>
          <p:cNvSpPr txBox="1"/>
          <p:nvPr/>
        </p:nvSpPr>
        <p:spPr>
          <a:xfrm>
            <a:off x="4270666" y="1070243"/>
            <a:ext cx="772189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63AE"/>
              </a:buClr>
              <a:buSzPts val="3000"/>
              <a:buFont typeface="Arial"/>
              <a:buNone/>
            </a:pPr>
            <a:r>
              <a:t>Navigating the Digital Workspace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 flipH="1" rot="10800000">
            <a:off x="2133600" y="1692846"/>
            <a:ext cx="12801600" cy="64008"/>
          </a:xfrm>
          <a:custGeom>
            <a:rect b="b" l="l" r="r" t="t"/>
            <a:pathLst>
              <a:path extrusionOk="0" h="64008" w="7315200">
                <a:moveTo>
                  <a:pt x="0" y="0"/>
                </a:moveTo>
                <a:lnTo>
                  <a:pt x="7315200" y="0"/>
                </a:lnTo>
                <a:lnTo>
                  <a:pt x="7315200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pic>
        <p:nvPicPr>
          <p:cNvPr id="161" name="Google Shape;161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86309" y="514801"/>
            <a:ext cx="3276600" cy="692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Picture 161" descr="diagnostic_sc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0000" y="6400000"/>
            <a:ext cx="2000000" cy="14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grpSp>
        <p:nvGrpSpPr>
          <p:cNvPr id="167" name="Google Shape;167;p5"/>
          <p:cNvGrpSpPr/>
          <p:nvPr/>
        </p:nvGrpSpPr>
        <p:grpSpPr>
          <a:xfrm>
            <a:off x="8037027" y="2933699"/>
            <a:ext cx="4330250" cy="5819195"/>
            <a:chOff x="0" y="0"/>
            <a:chExt cx="3663950" cy="4923790"/>
          </a:xfrm>
        </p:grpSpPr>
        <p:sp>
          <p:nvSpPr>
            <p:cNvPr id="168" name="Google Shape;168;p5"/>
            <p:cNvSpPr/>
            <p:nvPr/>
          </p:nvSpPr>
          <p:spPr>
            <a:xfrm>
              <a:off x="31750" y="31750"/>
              <a:ext cx="3600450" cy="4859020"/>
            </a:xfrm>
            <a:custGeom>
              <a:rect b="b" l="l" r="r" t="t"/>
              <a:pathLst>
                <a:path extrusionOk="0" h="4859020" w="360045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-39967" r="-39967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0" y="0"/>
              <a:ext cx="3663950" cy="4923790"/>
            </a:xfrm>
            <a:custGeom>
              <a:rect b="b" l="l" r="r" t="t"/>
              <a:pathLst>
                <a:path extrusionOk="0" h="4923790" w="366395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2066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0" name="Google Shape;170;p5"/>
          <p:cNvGrpSpPr/>
          <p:nvPr/>
        </p:nvGrpSpPr>
        <p:grpSpPr>
          <a:xfrm>
            <a:off x="13390100" y="2924174"/>
            <a:ext cx="4330250" cy="5819195"/>
            <a:chOff x="0" y="0"/>
            <a:chExt cx="3663950" cy="4923790"/>
          </a:xfrm>
        </p:grpSpPr>
        <p:sp>
          <p:nvSpPr>
            <p:cNvPr id="171" name="Google Shape;171;p5"/>
            <p:cNvSpPr/>
            <p:nvPr/>
          </p:nvSpPr>
          <p:spPr>
            <a:xfrm>
              <a:off x="31750" y="31750"/>
              <a:ext cx="3600450" cy="4859020"/>
            </a:xfrm>
            <a:custGeom>
              <a:rect b="b" l="l" r="r" t="t"/>
              <a:pathLst>
                <a:path extrusionOk="0" h="4859020" w="360045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-51088" r="-51088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0" y="0"/>
              <a:ext cx="3663950" cy="4923790"/>
            </a:xfrm>
            <a:custGeom>
              <a:rect b="b" l="l" r="r" t="t"/>
              <a:pathLst>
                <a:path extrusionOk="0" h="4923790" w="366395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2066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73" name="Google Shape;17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392400" y="495300"/>
            <a:ext cx="24384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5"/>
          <p:cNvSpPr/>
          <p:nvPr/>
        </p:nvSpPr>
        <p:spPr>
          <a:xfrm flipH="1" rot="10800000">
            <a:off x="2133237" y="1891343"/>
            <a:ext cx="12801600" cy="64008"/>
          </a:xfrm>
          <a:custGeom>
            <a:rect b="b" l="l" r="r" t="t"/>
            <a:pathLst>
              <a:path extrusionOk="0" h="64008" w="7315200">
                <a:moveTo>
                  <a:pt x="0" y="0"/>
                </a:moveTo>
                <a:lnTo>
                  <a:pt x="7315200" y="0"/>
                </a:lnTo>
                <a:lnTo>
                  <a:pt x="7315200" y="64008"/>
                </a:lnTo>
                <a:lnTo>
                  <a:pt x="0" y="64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75" name="Google Shape;175;p5"/>
          <p:cNvSpPr txBox="1"/>
          <p:nvPr/>
        </p:nvSpPr>
        <p:spPr>
          <a:xfrm>
            <a:off x="4673088" y="1245012"/>
            <a:ext cx="772189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163AE"/>
              </a:buClr>
              <a:buSzPts val="3000"/>
              <a:buFont typeface="Arial"/>
              <a:buNone/>
            </a:pPr>
            <a:r>
              <a:t>Navigating the Digital Workspace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1371600" y="2933699"/>
            <a:ext cx="5791200" cy="1372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/>
              <a:t>Use folders and file names so photos, reports, and notes are easy to find later.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1399306" y="4928518"/>
            <a:ext cx="5791200" cy="1372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/>
              <a:t>Write clear job notes: what you checked, what you found, and what action was taken.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1371600" y="7257885"/>
            <a:ext cx="5791200" cy="1372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200"/>
              <a:t>Protect customer information. Share only with the right person in the workshop.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789324" y="495300"/>
            <a:ext cx="3276600" cy="692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Picture 179" descr="parts_record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00000" y="3100000"/>
            <a:ext cx="3600000" cy="24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"/>
          <p:cNvSpPr/>
          <p:nvPr/>
        </p:nvSpPr>
        <p:spPr>
          <a:xfrm>
            <a:off x="5896468" y="7940040"/>
            <a:ext cx="2220011" cy="16687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0339" y="8034820"/>
            <a:ext cx="1479221" cy="1479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Charu Babbar</dc:creator>
</cp:coreProperties>
</file>