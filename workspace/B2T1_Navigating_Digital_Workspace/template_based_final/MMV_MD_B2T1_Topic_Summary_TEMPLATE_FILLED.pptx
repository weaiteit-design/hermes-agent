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</p:sldIdLst>
  <p:sldSz cy="6858000" cx="12192000"/>
  <p:notesSz cx="7010400" cy="9296400"/>
  <p:embeddedFontLst>
    <p:embeddedFont>
      <p:font typeface="Open Sans"/>
      <p:regular r:id="rId9"/>
      <p:bold r:id="rId10"/>
      <p:italic r:id="rId11"/>
      <p:boldItalic r:id="rId1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3" roundtripDataSignature="AMtx7mhR7e1NnCm+zg19Jacq4M+hKsLRU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font" Target="fonts/OpenSans-regular.fntdata"/><Relationship Id="rId10" Type="http://schemas.openxmlformats.org/officeDocument/2006/relationships/font" Target="fonts/OpenSans-bold.fntdata"/><Relationship Id="rId11" Type="http://schemas.openxmlformats.org/officeDocument/2006/relationships/font" Target="fonts/OpenSans-italic.fntdata"/><Relationship Id="rId12" Type="http://schemas.openxmlformats.org/officeDocument/2006/relationships/font" Target="fonts/OpenSans-boldItalic.fntdata"/><Relationship Id="rId13" Type="http://customschemas.google.com/relationships/presentationmetadata" Target="meta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037840" cy="466434"/>
          </a:xfrm>
          <a:prstGeom prst="rect">
            <a:avLst/>
          </a:prstGeom>
          <a:noFill/>
          <a:ln>
            <a:noFill/>
          </a:ln>
        </p:spPr>
        <p:txBody>
          <a:bodyPr anchorCtr="0" anchor="t" bIns="46575" lIns="93175" spcFirstLastPara="1" rIns="93175" wrap="square" tIns="465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970938" y="0"/>
            <a:ext cx="3037840" cy="466434"/>
          </a:xfrm>
          <a:prstGeom prst="rect">
            <a:avLst/>
          </a:prstGeom>
          <a:noFill/>
          <a:ln>
            <a:noFill/>
          </a:ln>
        </p:spPr>
        <p:txBody>
          <a:bodyPr anchorCtr="0" anchor="t" bIns="46575" lIns="93175" spcFirstLastPara="1" rIns="93175" wrap="square" tIns="46575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717550" y="1162050"/>
            <a:ext cx="5575300" cy="3136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  <a:noFill/>
          <a:ln>
            <a:noFill/>
          </a:ln>
        </p:spPr>
        <p:txBody>
          <a:bodyPr anchorCtr="0" anchor="t" bIns="46575" lIns="93175" spcFirstLastPara="1" rIns="93175" wrap="square" tIns="46575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829967"/>
            <a:ext cx="3037840" cy="466433"/>
          </a:xfrm>
          <a:prstGeom prst="rect">
            <a:avLst/>
          </a:prstGeom>
          <a:noFill/>
          <a:ln>
            <a:noFill/>
          </a:ln>
        </p:spPr>
        <p:txBody>
          <a:bodyPr anchorCtr="0" anchor="b" bIns="46575" lIns="93175" spcFirstLastPara="1" rIns="93175" wrap="square" tIns="465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  <a:noFill/>
          <a:ln>
            <a:noFill/>
          </a:ln>
        </p:spPr>
        <p:txBody>
          <a:bodyPr anchorCtr="0" anchor="b" bIns="46575" lIns="93175" spcFirstLastPara="1" rIns="93175" wrap="square" tIns="465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1:notes"/>
          <p:cNvSpPr/>
          <p:nvPr>
            <p:ph idx="2" type="sldImg"/>
          </p:nvPr>
        </p:nvSpPr>
        <p:spPr>
          <a:xfrm>
            <a:off x="717550" y="1162050"/>
            <a:ext cx="5575300" cy="3136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" name="Google Shape;61;p11:notes"/>
          <p:cNvSpPr txBox="1"/>
          <p:nvPr>
            <p:ph idx="1" type="body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  <a:noFill/>
          <a:ln>
            <a:noFill/>
          </a:ln>
        </p:spPr>
        <p:txBody>
          <a:bodyPr anchorCtr="0" anchor="t" bIns="46575" lIns="93175" spcFirstLastPara="1" rIns="93175" wrap="square" tIns="46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1" i="1"/>
          </a:p>
        </p:txBody>
      </p:sp>
      <p:sp>
        <p:nvSpPr>
          <p:cNvPr id="62" name="Google Shape;62;p11:notes"/>
          <p:cNvSpPr txBox="1"/>
          <p:nvPr>
            <p:ph idx="12" type="sldNum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  <a:noFill/>
          <a:ln>
            <a:noFill/>
          </a:ln>
        </p:spPr>
        <p:txBody>
          <a:bodyPr anchorCtr="0" anchor="b" bIns="46575" lIns="93175" spcFirstLastPara="1" rIns="93175" wrap="square" tIns="465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2:notes"/>
          <p:cNvSpPr txBox="1"/>
          <p:nvPr>
            <p:ph idx="1" type="body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  <a:noFill/>
          <a:ln>
            <a:noFill/>
          </a:ln>
        </p:spPr>
        <p:txBody>
          <a:bodyPr anchorCtr="0" anchor="t" bIns="46575" lIns="93175" spcFirstLastPara="1" rIns="93175" wrap="square" tIns="46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/>
              <a:t>Here are the key points that you have learned in this topic.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0" name="Google Shape;70;p12:notes"/>
          <p:cNvSpPr/>
          <p:nvPr>
            <p:ph idx="2" type="sldImg"/>
          </p:nvPr>
        </p:nvSpPr>
        <p:spPr>
          <a:xfrm>
            <a:off x="717550" y="1162050"/>
            <a:ext cx="5575300" cy="3136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:notes"/>
          <p:cNvSpPr txBox="1"/>
          <p:nvPr>
            <p:ph idx="1" type="body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  <a:noFill/>
          <a:ln>
            <a:noFill/>
          </a:ln>
        </p:spPr>
        <p:txBody>
          <a:bodyPr anchorCtr="0" anchor="t" bIns="46575" lIns="93175" spcFirstLastPara="1" rIns="93175" wrap="square" tIns="465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7" name="Google Shape;77;p13:notes"/>
          <p:cNvSpPr/>
          <p:nvPr>
            <p:ph idx="2" type="sldImg"/>
          </p:nvPr>
        </p:nvSpPr>
        <p:spPr>
          <a:xfrm>
            <a:off x="717550" y="1162050"/>
            <a:ext cx="5575300" cy="3136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4:notes"/>
          <p:cNvSpPr/>
          <p:nvPr>
            <p:ph idx="2" type="sldImg"/>
          </p:nvPr>
        </p:nvSpPr>
        <p:spPr>
          <a:xfrm>
            <a:off x="717550" y="1162050"/>
            <a:ext cx="5575300" cy="3136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5" name="Google Shape;85;p14:notes"/>
          <p:cNvSpPr txBox="1"/>
          <p:nvPr>
            <p:ph idx="1" type="body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  <a:noFill/>
          <a:ln>
            <a:noFill/>
          </a:ln>
        </p:spPr>
        <p:txBody>
          <a:bodyPr anchorCtr="0" anchor="t" bIns="46575" lIns="93175" spcFirstLastPara="1" rIns="93175" wrap="square" tIns="465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6" name="Google Shape;86;p14:notes"/>
          <p:cNvSpPr txBox="1"/>
          <p:nvPr>
            <p:ph idx="12" type="sldNum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  <a:noFill/>
          <a:ln>
            <a:noFill/>
          </a:ln>
        </p:spPr>
        <p:txBody>
          <a:bodyPr anchorCtr="0" anchor="b" bIns="46575" lIns="93175" spcFirstLastPara="1" rIns="93175" wrap="square" tIns="465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6.png"/><Relationship Id="rId5" Type="http://schemas.openxmlformats.org/officeDocument/2006/relationships/image" Target="../media/image7.jpg"/><Relationship Id="rId6" Type="http://schemas.openxmlformats.org/officeDocument/2006/relationships/image" Target="../media/image13.jpg"/><Relationship Id="rId7" Type="http://schemas.openxmlformats.org/officeDocument/2006/relationships/image" Target="../media/image10.jpg"/><Relationship Id="rId8" Type="http://schemas.openxmlformats.org/officeDocument/2006/relationships/image" Target="../media/image8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7.jpg"/><Relationship Id="rId4" Type="http://schemas.openxmlformats.org/officeDocument/2006/relationships/image" Target="../media/image8.png"/><Relationship Id="rId5" Type="http://schemas.openxmlformats.org/officeDocument/2006/relationships/image" Target="../media/image13.jpg"/><Relationship Id="rId6" Type="http://schemas.openxmlformats.org/officeDocument/2006/relationships/image" Target="../media/image10.jp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with Date Format">
  <p:cSld name="Title Slide with Date Format">
    <p:bg>
      <p:bgPr>
        <a:gradFill>
          <a:gsLst>
            <a:gs pos="0">
              <a:srgbClr val="0067AC"/>
            </a:gs>
            <a:gs pos="10000">
              <a:srgbClr val="0067AC"/>
            </a:gs>
            <a:gs pos="100000">
              <a:srgbClr val="56BBED"/>
            </a:gs>
          </a:gsLst>
          <a:lin ang="9120000" scaled="0"/>
        </a:gradFill>
      </p:bgPr>
    </p:bg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5"/>
          <p:cNvSpPr/>
          <p:nvPr/>
        </p:nvSpPr>
        <p:spPr>
          <a:xfrm>
            <a:off x="-13063" y="-13063"/>
            <a:ext cx="12192000" cy="6871063"/>
          </a:xfrm>
          <a:prstGeom prst="rect">
            <a:avLst/>
          </a:prstGeom>
          <a:gradFill>
            <a:gsLst>
              <a:gs pos="0">
                <a:srgbClr val="0067AC"/>
              </a:gs>
              <a:gs pos="10000">
                <a:srgbClr val="0067AC"/>
              </a:gs>
              <a:gs pos="100000">
                <a:srgbClr val="56BBED"/>
              </a:gs>
            </a:gsLst>
            <a:lin ang="912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67"/>
              <a:buFont typeface="Calibri"/>
              <a:buNone/>
            </a:pPr>
            <a:r>
              <a:t/>
            </a:r>
            <a:endParaRPr b="0" i="0" sz="1867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5"/>
          <p:cNvSpPr txBox="1"/>
          <p:nvPr>
            <p:ph type="ctrTitle"/>
          </p:nvPr>
        </p:nvSpPr>
        <p:spPr>
          <a:xfrm>
            <a:off x="222253" y="3947456"/>
            <a:ext cx="9542777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67"/>
              <a:buFont typeface="Calibri"/>
              <a:buNone/>
              <a:defRPr sz="3067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3" name="Google Shape;23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26126" y="4866268"/>
            <a:ext cx="2454503" cy="112517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4" name="Google Shape;24;p15"/>
          <p:cNvCxnSpPr/>
          <p:nvPr/>
        </p:nvCxnSpPr>
        <p:spPr>
          <a:xfrm>
            <a:off x="222254" y="4552158"/>
            <a:ext cx="9542777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25" name="Google Shape;25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07787" y="6421712"/>
            <a:ext cx="1896764" cy="1991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15" title="Logo.png"/>
          <p:cNvPicPr preferRelativeResize="0"/>
          <p:nvPr/>
        </p:nvPicPr>
        <p:blipFill rotWithShape="1">
          <a:blip r:embed="rId4">
            <a:alphaModFix/>
          </a:blip>
          <a:srcRect b="0" l="0" r="42243" t="0"/>
          <a:stretch/>
        </p:blipFill>
        <p:spPr>
          <a:xfrm>
            <a:off x="10134600" y="323851"/>
            <a:ext cx="1419281" cy="682050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Google Shape;27;p15"/>
          <p:cNvSpPr/>
          <p:nvPr/>
        </p:nvSpPr>
        <p:spPr>
          <a:xfrm>
            <a:off x="-26126" y="1388562"/>
            <a:ext cx="12218126" cy="1461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36576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8" name="Google Shape;28;p15" title="dgt-logo_1.jp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413776" y="1491431"/>
            <a:ext cx="1482033" cy="1247128"/>
          </a:xfrm>
          <a:prstGeom prst="rect">
            <a:avLst/>
          </a:prstGeom>
          <a:noFill/>
          <a:ln>
            <a:noFill/>
          </a:ln>
        </p:spPr>
      </p:pic>
      <p:pic>
        <p:nvPicPr>
          <p:cNvPr id="29" name="Google Shape;29;p15" title="WhatsApp Image 2025-12-15 at 5.37.18 PM (1)_1.jpeg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330424" y="1941709"/>
            <a:ext cx="2138473" cy="432856"/>
          </a:xfrm>
          <a:prstGeom prst="rect">
            <a:avLst/>
          </a:prstGeom>
          <a:noFill/>
          <a:ln>
            <a:noFill/>
          </a:ln>
        </p:spPr>
      </p:pic>
      <p:pic>
        <p:nvPicPr>
          <p:cNvPr id="30" name="Google Shape;30;p15" title="WhatsApp Image 2025-12-22 at 11.36.10 AM (2).jpeg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728435" y="1573954"/>
            <a:ext cx="1319052" cy="107998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" name="Google Shape;31;p15" title="Oct082016104008_1.jpg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880113" y="1662339"/>
            <a:ext cx="1651909" cy="9915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7416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6"/>
          <p:cNvSpPr txBox="1"/>
          <p:nvPr>
            <p:ph type="title"/>
          </p:nvPr>
        </p:nvSpPr>
        <p:spPr>
          <a:xfrm>
            <a:off x="538347" y="60741"/>
            <a:ext cx="10408695" cy="642647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">
  <p:cSld name="1_Custom Layout">
    <p:bg>
      <p:bgPr>
        <a:gradFill>
          <a:gsLst>
            <a:gs pos="0">
              <a:srgbClr val="7030A0"/>
            </a:gs>
            <a:gs pos="23000">
              <a:srgbClr val="7030A0"/>
            </a:gs>
            <a:gs pos="100000">
              <a:srgbClr val="00B0F0"/>
            </a:gs>
          </a:gsLst>
          <a:lin ang="18900000" scaled="0"/>
        </a:gradFill>
      </p:bgPr>
    </p:bg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7030A0"/>
              </a:gs>
              <a:gs pos="23000">
                <a:srgbClr val="7030A0"/>
              </a:gs>
              <a:gs pos="100000">
                <a:srgbClr val="00B0F0"/>
              </a:gs>
            </a:gsLst>
            <a:lin ang="189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6" name="Google Shape;36;p16" title="Logo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327200" y="1710500"/>
            <a:ext cx="2069750" cy="549775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16"/>
          <p:cNvSpPr txBox="1"/>
          <p:nvPr/>
        </p:nvSpPr>
        <p:spPr>
          <a:xfrm>
            <a:off x="1828800" y="2653800"/>
            <a:ext cx="9086400" cy="58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Skill Development Initiative of Tata Trusts</a:t>
            </a:r>
            <a:endParaRPr b="0" i="0" sz="1800" u="none" cap="none" strike="noStrik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8" name="Google Shape;38;p16"/>
          <p:cNvSpPr txBox="1"/>
          <p:nvPr/>
        </p:nvSpPr>
        <p:spPr>
          <a:xfrm>
            <a:off x="1818875" y="3137400"/>
            <a:ext cx="9086400" cy="58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www.tatastrive.com</a:t>
            </a:r>
            <a:endParaRPr b="1" i="0" sz="1800" u="none" cap="none" strike="noStrik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9" name="Google Shape;39;p16"/>
          <p:cNvSpPr/>
          <p:nvPr/>
        </p:nvSpPr>
        <p:spPr>
          <a:xfrm>
            <a:off x="0" y="5268327"/>
            <a:ext cx="12192000" cy="1155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72275" lIns="72275" spcFirstLastPara="1" rIns="72275" wrap="square" tIns="72275">
            <a:noAutofit/>
          </a:bodyPr>
          <a:lstStyle/>
          <a:p>
            <a:pPr indent="0" lvl="0" marL="289159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6"/>
              <a:buFont typeface="Arial"/>
              <a:buNone/>
            </a:pPr>
            <a:r>
              <a:t/>
            </a:r>
            <a:endParaRPr b="0" i="0" sz="1106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0" name="Google Shape;40;p16"/>
          <p:cNvGrpSpPr/>
          <p:nvPr/>
        </p:nvGrpSpPr>
        <p:grpSpPr>
          <a:xfrm>
            <a:off x="2404153" y="5340525"/>
            <a:ext cx="7059547" cy="1058316"/>
            <a:chOff x="1030078" y="3722348"/>
            <a:chExt cx="7059547" cy="1058316"/>
          </a:xfrm>
        </p:grpSpPr>
        <p:pic>
          <p:nvPicPr>
            <p:cNvPr id="41" name="Google Shape;41;p16" title="dgt-logo_1.jpg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030078" y="3722348"/>
              <a:ext cx="1293096" cy="105831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2" name="Google Shape;42;p16" title="Oct082016104008_1.jpg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388411" y="3825020"/>
              <a:ext cx="1453383" cy="9115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3" name="Google Shape;43;p16" title="WhatsApp Image 2025-12-15 at 5.37.18 PM (1)_1.jpeg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6223775" y="4083498"/>
              <a:ext cx="1865850" cy="39462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4" name="Google Shape;44;p16" title="WhatsApp Image 2025-12-22 at 11.36.10 AM (2).jpeg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2780339" y="3776344"/>
              <a:ext cx="1150892" cy="984596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Slide with Date Format">
  <p:cSld name="1_Title Slide with Date Format">
    <p:bg>
      <p:bgPr>
        <a:solidFill>
          <a:schemeClr val="lt1"/>
        </a:solidFill>
      </p:bgPr>
    </p:bg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8"/>
          <p:cNvSpPr/>
          <p:nvPr/>
        </p:nvSpPr>
        <p:spPr>
          <a:xfrm rot="10800000">
            <a:off x="-26128" y="0"/>
            <a:ext cx="12218124" cy="6858000"/>
          </a:xfrm>
          <a:prstGeom prst="rect">
            <a:avLst/>
          </a:prstGeom>
          <a:gradFill>
            <a:gsLst>
              <a:gs pos="0">
                <a:srgbClr val="B7CDE7"/>
              </a:gs>
              <a:gs pos="4000">
                <a:srgbClr val="B7CDE7"/>
              </a:gs>
              <a:gs pos="40000">
                <a:srgbClr val="DAE6F3"/>
              </a:gs>
              <a:gs pos="96000">
                <a:srgbClr val="F2F2F2"/>
              </a:gs>
              <a:gs pos="100000">
                <a:srgbClr val="F2F2F2"/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67"/>
              <a:buFont typeface="Calibri"/>
              <a:buNone/>
            </a:pPr>
            <a:r>
              <a:t/>
            </a:r>
            <a:endParaRPr b="0" i="0" sz="1867" u="none" cap="none" strike="noStrike">
              <a:solidFill>
                <a:srgbClr val="A5A5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8"/>
          <p:cNvSpPr txBox="1"/>
          <p:nvPr>
            <p:ph type="ctrTitle"/>
          </p:nvPr>
        </p:nvSpPr>
        <p:spPr>
          <a:xfrm>
            <a:off x="508005" y="2080611"/>
            <a:ext cx="9542777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3BE"/>
              </a:buClr>
              <a:buSzPts val="3067"/>
              <a:buFont typeface="Calibri"/>
              <a:buNone/>
              <a:defRPr sz="3067">
                <a:solidFill>
                  <a:srgbClr val="0063BE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8"/>
          <p:cNvSpPr txBox="1"/>
          <p:nvPr>
            <p:ph idx="1" type="subTitle"/>
          </p:nvPr>
        </p:nvSpPr>
        <p:spPr>
          <a:xfrm>
            <a:off x="508005" y="2675800"/>
            <a:ext cx="9542777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  <a:defRPr sz="2400">
                <a:solidFill>
                  <a:srgbClr val="0063BE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SzPts val="1867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9" name="Google Shape;49;p8"/>
          <p:cNvSpPr txBox="1"/>
          <p:nvPr>
            <p:ph idx="2" type="body"/>
          </p:nvPr>
        </p:nvSpPr>
        <p:spPr>
          <a:xfrm>
            <a:off x="532861" y="5879701"/>
            <a:ext cx="2475555" cy="40234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SzPts val="1867"/>
              <a:buNone/>
              <a:defRPr sz="1867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o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50" name="Google Shape;50;p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4132628"/>
            <a:ext cx="2454503" cy="1125173"/>
          </a:xfrm>
          <a:prstGeom prst="rect">
            <a:avLst/>
          </a:prstGeom>
          <a:noFill/>
          <a:ln>
            <a:noFill/>
          </a:ln>
        </p:spPr>
      </p:pic>
      <p:pic>
        <p:nvPicPr>
          <p:cNvPr id="51" name="Google Shape;51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04951" y="6421712"/>
            <a:ext cx="1896764" cy="19918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2" name="Google Shape;52;p8"/>
          <p:cNvCxnSpPr/>
          <p:nvPr/>
        </p:nvCxnSpPr>
        <p:spPr>
          <a:xfrm>
            <a:off x="508005" y="2656683"/>
            <a:ext cx="9542777" cy="0"/>
          </a:xfrm>
          <a:prstGeom prst="straightConnector1">
            <a:avLst/>
          </a:prstGeom>
          <a:noFill/>
          <a:ln cap="flat" cmpd="sng" w="19050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53" name="Google Shape;53;p8"/>
          <p:cNvPicPr preferRelativeResize="0"/>
          <p:nvPr/>
        </p:nvPicPr>
        <p:blipFill rotWithShape="1">
          <a:blip r:embed="rId4">
            <a:alphaModFix/>
          </a:blip>
          <a:srcRect b="-10755" l="0" r="-7264" t="0"/>
          <a:stretch/>
        </p:blipFill>
        <p:spPr>
          <a:xfrm>
            <a:off x="10358861" y="193837"/>
            <a:ext cx="1671774" cy="4001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7416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538347" y="60741"/>
            <a:ext cx="9816267" cy="642647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570895" y="1189037"/>
            <a:ext cx="11316303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72554" lvl="0" marL="457200" algn="l">
              <a:lnSpc>
                <a:spcPct val="100000"/>
              </a:lnSpc>
              <a:spcBef>
                <a:spcPts val="453"/>
              </a:spcBef>
              <a:spcAft>
                <a:spcPts val="0"/>
              </a:spcAft>
              <a:buSzPts val="2267"/>
              <a:buChar char="▪"/>
              <a:defRPr sz="2267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–"/>
              <a:defRPr sz="2000"/>
            </a:lvl2pPr>
            <a:lvl3pPr indent="-347154" lvl="2" marL="13716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SzPts val="1867"/>
              <a:buChar char="o"/>
              <a:defRPr sz="1867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4pPr>
            <a:lvl5pPr indent="-347154" lvl="4" marL="22860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867"/>
              <a:buChar char="»"/>
              <a:defRPr sz="1867"/>
            </a:lvl5pPr>
            <a:lvl6pPr indent="-347154" lvl="5" marL="27432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867"/>
              <a:buChar char="•"/>
              <a:defRPr sz="1867"/>
            </a:lvl6pPr>
            <a:lvl7pPr indent="-347154" lvl="6" marL="3200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867"/>
              <a:buChar char="•"/>
              <a:defRPr sz="1867"/>
            </a:lvl7pPr>
            <a:lvl8pPr indent="-347154" lvl="7" marL="36576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867"/>
              <a:buChar char="•"/>
              <a:defRPr sz="1867"/>
            </a:lvl8pPr>
            <a:lvl9pPr indent="-347154" lvl="8" marL="41148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867"/>
              <a:buChar char="•"/>
              <a:defRPr sz="1867"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able">
  <p:cSld name="Title and Table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0"/>
          <p:cNvSpPr txBox="1"/>
          <p:nvPr>
            <p:ph type="title"/>
          </p:nvPr>
        </p:nvSpPr>
        <p:spPr>
          <a:xfrm>
            <a:off x="538347" y="60741"/>
            <a:ext cx="10408695" cy="642647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alibri"/>
              <a:buNone/>
              <a:defRPr sz="2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image" Target="../media/image17.png"/><Relationship Id="rId3" Type="http://schemas.openxmlformats.org/officeDocument/2006/relationships/image" Target="../media/image4.png"/><Relationship Id="rId4" Type="http://schemas.openxmlformats.org/officeDocument/2006/relationships/slideLayout" Target="../slideLayouts/slideLayout1.xml"/><Relationship Id="rId5" Type="http://schemas.openxmlformats.org/officeDocument/2006/relationships/slideLayout" Target="../slideLayouts/slideLayout2.xml"/><Relationship Id="rId6" Type="http://schemas.openxmlformats.org/officeDocument/2006/relationships/slideLayout" Target="../slideLayouts/slideLayout3.xml"/><Relationship Id="rId7" Type="http://schemas.openxmlformats.org/officeDocument/2006/relationships/slideLayout" Target="../slideLayouts/slideLayout4.xml"/><Relationship Id="rId8" Type="http://schemas.openxmlformats.org/officeDocument/2006/relationships/slideLayout" Target="../slideLayouts/slideLayout5.xml"/><Relationship Id="rId9" Type="http://schemas.openxmlformats.org/officeDocument/2006/relationships/slideLayout" Target="../slideLayouts/slideLayout6.xml"/><Relationship Id="rId10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"/>
          <p:cNvSpPr/>
          <p:nvPr/>
        </p:nvSpPr>
        <p:spPr>
          <a:xfrm>
            <a:off x="0" y="51"/>
            <a:ext cx="12192000" cy="787741"/>
          </a:xfrm>
          <a:prstGeom prst="rect">
            <a:avLst/>
          </a:prstGeom>
          <a:gradFill>
            <a:gsLst>
              <a:gs pos="0">
                <a:srgbClr val="0067AC"/>
              </a:gs>
              <a:gs pos="10000">
                <a:srgbClr val="0067AC"/>
              </a:gs>
              <a:gs pos="100000">
                <a:srgbClr val="56BBED"/>
              </a:gs>
            </a:gsLst>
            <a:lin ang="912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67"/>
              <a:buFont typeface="Calibri"/>
              <a:buNone/>
            </a:pPr>
            <a:r>
              <a:t/>
            </a:r>
            <a:endParaRPr b="0" i="0" sz="1867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11;p4"/>
          <p:cNvSpPr txBox="1"/>
          <p:nvPr>
            <p:ph type="title"/>
          </p:nvPr>
        </p:nvSpPr>
        <p:spPr>
          <a:xfrm>
            <a:off x="538347" y="60741"/>
            <a:ext cx="10408695" cy="642647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alibri"/>
              <a:buNone/>
              <a:defRPr b="0" i="0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4"/>
          <p:cNvSpPr txBox="1"/>
          <p:nvPr>
            <p:ph idx="1" type="body"/>
          </p:nvPr>
        </p:nvSpPr>
        <p:spPr>
          <a:xfrm>
            <a:off x="538347" y="924945"/>
            <a:ext cx="11348852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55600" lvl="0" marL="457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4E84C4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55600" lvl="1" marL="914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4E84C4"/>
              </a:buClr>
              <a:buSzPts val="2000"/>
              <a:buFont typeface="Open Sans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7154" lvl="2" marL="1371600" marR="0" rtl="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rgbClr val="4E84C4"/>
              </a:buClr>
              <a:buSzPts val="1867"/>
              <a:buFont typeface="Courier New"/>
              <a:buChar char="o"/>
              <a:defRPr b="0" i="0" sz="18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30200" lvl="3" marL="18288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4E84C4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4"/>
          <p:cNvSpPr/>
          <p:nvPr/>
        </p:nvSpPr>
        <p:spPr>
          <a:xfrm>
            <a:off x="0" y="3810001"/>
            <a:ext cx="12192000" cy="1057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67"/>
              <a:buFont typeface="Calibri"/>
              <a:buNone/>
            </a:pPr>
            <a:r>
              <a:t/>
            </a:r>
            <a:endParaRPr b="0" i="0" sz="1867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14;p4"/>
          <p:cNvSpPr txBox="1"/>
          <p:nvPr/>
        </p:nvSpPr>
        <p:spPr>
          <a:xfrm>
            <a:off x="5791202" y="6473952"/>
            <a:ext cx="884767" cy="3603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067"/>
              <a:buFont typeface="Calibri"/>
              <a:buNone/>
            </a:pPr>
            <a:fld id="{00000000-1234-1234-1234-123412341234}" type="slidenum">
              <a:rPr b="1" i="0" lang="en-US" sz="1067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r>
              <a:rPr b="1" i="0" lang="en-US" sz="1067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15;p4"/>
          <p:cNvSpPr/>
          <p:nvPr/>
        </p:nvSpPr>
        <p:spPr>
          <a:xfrm flipH="1">
            <a:off x="1" y="6317015"/>
            <a:ext cx="2197100" cy="546100"/>
          </a:xfrm>
          <a:custGeom>
            <a:rect b="b" l="l" r="r" t="t"/>
            <a:pathLst>
              <a:path extrusionOk="0" h="4128" w="16608">
                <a:moveTo>
                  <a:pt x="1158" y="2979"/>
                </a:moveTo>
                <a:lnTo>
                  <a:pt x="766" y="4128"/>
                </a:lnTo>
                <a:lnTo>
                  <a:pt x="0" y="4128"/>
                </a:lnTo>
                <a:lnTo>
                  <a:pt x="752" y="2168"/>
                </a:lnTo>
                <a:lnTo>
                  <a:pt x="1158" y="2168"/>
                </a:lnTo>
                <a:lnTo>
                  <a:pt x="1565" y="2168"/>
                </a:lnTo>
                <a:lnTo>
                  <a:pt x="2316" y="4128"/>
                </a:lnTo>
                <a:lnTo>
                  <a:pt x="1550" y="4128"/>
                </a:lnTo>
                <a:lnTo>
                  <a:pt x="1158" y="2979"/>
                </a:lnTo>
                <a:close/>
                <a:moveTo>
                  <a:pt x="1158" y="1960"/>
                </a:moveTo>
                <a:lnTo>
                  <a:pt x="773" y="1960"/>
                </a:lnTo>
                <a:lnTo>
                  <a:pt x="773" y="564"/>
                </a:lnTo>
                <a:lnTo>
                  <a:pt x="217" y="564"/>
                </a:lnTo>
                <a:lnTo>
                  <a:pt x="217" y="0"/>
                </a:lnTo>
                <a:lnTo>
                  <a:pt x="1158" y="0"/>
                </a:lnTo>
                <a:lnTo>
                  <a:pt x="2099" y="0"/>
                </a:lnTo>
                <a:lnTo>
                  <a:pt x="2099" y="564"/>
                </a:lnTo>
                <a:lnTo>
                  <a:pt x="1544" y="564"/>
                </a:lnTo>
                <a:lnTo>
                  <a:pt x="1544" y="1960"/>
                </a:lnTo>
                <a:lnTo>
                  <a:pt x="1158" y="1960"/>
                </a:lnTo>
                <a:close/>
                <a:moveTo>
                  <a:pt x="3468" y="4128"/>
                </a:moveTo>
                <a:lnTo>
                  <a:pt x="3468" y="2732"/>
                </a:lnTo>
                <a:lnTo>
                  <a:pt x="4024" y="2732"/>
                </a:lnTo>
                <a:lnTo>
                  <a:pt x="4024" y="2732"/>
                </a:lnTo>
                <a:lnTo>
                  <a:pt x="4024" y="2168"/>
                </a:lnTo>
                <a:lnTo>
                  <a:pt x="4024" y="2168"/>
                </a:lnTo>
                <a:lnTo>
                  <a:pt x="3434" y="2168"/>
                </a:lnTo>
                <a:lnTo>
                  <a:pt x="2128" y="2168"/>
                </a:lnTo>
                <a:lnTo>
                  <a:pt x="2128" y="2732"/>
                </a:lnTo>
                <a:lnTo>
                  <a:pt x="2684" y="2732"/>
                </a:lnTo>
                <a:lnTo>
                  <a:pt x="2684" y="4128"/>
                </a:lnTo>
                <a:lnTo>
                  <a:pt x="3434" y="4128"/>
                </a:lnTo>
                <a:lnTo>
                  <a:pt x="3468" y="4128"/>
                </a:lnTo>
                <a:lnTo>
                  <a:pt x="3468" y="4128"/>
                </a:lnTo>
                <a:close/>
                <a:moveTo>
                  <a:pt x="2677" y="1960"/>
                </a:moveTo>
                <a:lnTo>
                  <a:pt x="3077" y="788"/>
                </a:lnTo>
                <a:lnTo>
                  <a:pt x="3434" y="1835"/>
                </a:lnTo>
                <a:lnTo>
                  <a:pt x="3434" y="1835"/>
                </a:lnTo>
                <a:lnTo>
                  <a:pt x="3475" y="1960"/>
                </a:lnTo>
                <a:lnTo>
                  <a:pt x="3475" y="1960"/>
                </a:lnTo>
                <a:lnTo>
                  <a:pt x="4241" y="1960"/>
                </a:lnTo>
                <a:lnTo>
                  <a:pt x="3491" y="0"/>
                </a:lnTo>
                <a:lnTo>
                  <a:pt x="3434" y="0"/>
                </a:lnTo>
                <a:lnTo>
                  <a:pt x="2661" y="0"/>
                </a:lnTo>
                <a:lnTo>
                  <a:pt x="1911" y="1960"/>
                </a:lnTo>
                <a:lnTo>
                  <a:pt x="2677" y="1960"/>
                </a:lnTo>
                <a:close/>
                <a:moveTo>
                  <a:pt x="5416" y="2168"/>
                </a:moveTo>
                <a:lnTo>
                  <a:pt x="4587" y="2168"/>
                </a:lnTo>
                <a:lnTo>
                  <a:pt x="3835" y="4128"/>
                </a:lnTo>
                <a:lnTo>
                  <a:pt x="4602" y="4128"/>
                </a:lnTo>
                <a:lnTo>
                  <a:pt x="5001" y="2956"/>
                </a:lnTo>
                <a:lnTo>
                  <a:pt x="5401" y="4128"/>
                </a:lnTo>
                <a:lnTo>
                  <a:pt x="6168" y="4128"/>
                </a:lnTo>
                <a:lnTo>
                  <a:pt x="5416" y="2168"/>
                </a:lnTo>
                <a:close/>
                <a:moveTo>
                  <a:pt x="4610" y="1960"/>
                </a:moveTo>
                <a:lnTo>
                  <a:pt x="5393" y="1960"/>
                </a:lnTo>
                <a:lnTo>
                  <a:pt x="5393" y="564"/>
                </a:lnTo>
                <a:lnTo>
                  <a:pt x="5949" y="564"/>
                </a:lnTo>
                <a:lnTo>
                  <a:pt x="5949" y="0"/>
                </a:lnTo>
                <a:lnTo>
                  <a:pt x="4053" y="0"/>
                </a:lnTo>
                <a:lnTo>
                  <a:pt x="4053" y="564"/>
                </a:lnTo>
                <a:lnTo>
                  <a:pt x="4610" y="564"/>
                </a:lnTo>
                <a:lnTo>
                  <a:pt x="4610" y="1960"/>
                </a:lnTo>
                <a:close/>
                <a:moveTo>
                  <a:pt x="6527" y="1960"/>
                </a:moveTo>
                <a:lnTo>
                  <a:pt x="6927" y="788"/>
                </a:lnTo>
                <a:lnTo>
                  <a:pt x="7325" y="1960"/>
                </a:lnTo>
                <a:lnTo>
                  <a:pt x="8092" y="1960"/>
                </a:lnTo>
                <a:lnTo>
                  <a:pt x="7341" y="0"/>
                </a:lnTo>
                <a:lnTo>
                  <a:pt x="6511" y="0"/>
                </a:lnTo>
                <a:lnTo>
                  <a:pt x="5760" y="1960"/>
                </a:lnTo>
                <a:lnTo>
                  <a:pt x="6527" y="1960"/>
                </a:lnTo>
                <a:close/>
                <a:moveTo>
                  <a:pt x="5978" y="2732"/>
                </a:moveTo>
                <a:lnTo>
                  <a:pt x="6534" y="2732"/>
                </a:lnTo>
                <a:lnTo>
                  <a:pt x="6534" y="4128"/>
                </a:lnTo>
                <a:lnTo>
                  <a:pt x="7318" y="4128"/>
                </a:lnTo>
                <a:lnTo>
                  <a:pt x="7318" y="2732"/>
                </a:lnTo>
                <a:lnTo>
                  <a:pt x="7874" y="2732"/>
                </a:lnTo>
                <a:lnTo>
                  <a:pt x="7874" y="2168"/>
                </a:lnTo>
                <a:lnTo>
                  <a:pt x="5978" y="2168"/>
                </a:lnTo>
                <a:lnTo>
                  <a:pt x="5978" y="2732"/>
                </a:lnTo>
                <a:close/>
                <a:moveTo>
                  <a:pt x="8932" y="2979"/>
                </a:moveTo>
                <a:lnTo>
                  <a:pt x="8541" y="4128"/>
                </a:lnTo>
                <a:lnTo>
                  <a:pt x="7775" y="4128"/>
                </a:lnTo>
                <a:lnTo>
                  <a:pt x="8525" y="2168"/>
                </a:lnTo>
                <a:lnTo>
                  <a:pt x="8932" y="2168"/>
                </a:lnTo>
                <a:lnTo>
                  <a:pt x="9339" y="2168"/>
                </a:lnTo>
                <a:lnTo>
                  <a:pt x="10090" y="4128"/>
                </a:lnTo>
                <a:lnTo>
                  <a:pt x="9324" y="4128"/>
                </a:lnTo>
                <a:lnTo>
                  <a:pt x="8932" y="2979"/>
                </a:lnTo>
                <a:close/>
                <a:moveTo>
                  <a:pt x="8932" y="1960"/>
                </a:moveTo>
                <a:lnTo>
                  <a:pt x="8547" y="1960"/>
                </a:lnTo>
                <a:lnTo>
                  <a:pt x="8547" y="564"/>
                </a:lnTo>
                <a:lnTo>
                  <a:pt x="7992" y="564"/>
                </a:lnTo>
                <a:lnTo>
                  <a:pt x="7992" y="0"/>
                </a:lnTo>
                <a:lnTo>
                  <a:pt x="8932" y="0"/>
                </a:lnTo>
                <a:lnTo>
                  <a:pt x="9873" y="0"/>
                </a:lnTo>
                <a:lnTo>
                  <a:pt x="9873" y="564"/>
                </a:lnTo>
                <a:lnTo>
                  <a:pt x="9317" y="564"/>
                </a:lnTo>
                <a:lnTo>
                  <a:pt x="9317" y="1960"/>
                </a:lnTo>
                <a:lnTo>
                  <a:pt x="8932" y="1960"/>
                </a:lnTo>
                <a:close/>
                <a:moveTo>
                  <a:pt x="11243" y="4128"/>
                </a:moveTo>
                <a:lnTo>
                  <a:pt x="11243" y="2732"/>
                </a:lnTo>
                <a:lnTo>
                  <a:pt x="11799" y="2732"/>
                </a:lnTo>
                <a:lnTo>
                  <a:pt x="11799" y="2732"/>
                </a:lnTo>
                <a:lnTo>
                  <a:pt x="11799" y="2168"/>
                </a:lnTo>
                <a:lnTo>
                  <a:pt x="11799" y="2168"/>
                </a:lnTo>
                <a:lnTo>
                  <a:pt x="11207" y="2168"/>
                </a:lnTo>
                <a:lnTo>
                  <a:pt x="9903" y="2168"/>
                </a:lnTo>
                <a:lnTo>
                  <a:pt x="9903" y="2732"/>
                </a:lnTo>
                <a:lnTo>
                  <a:pt x="10459" y="2732"/>
                </a:lnTo>
                <a:lnTo>
                  <a:pt x="10459" y="4128"/>
                </a:lnTo>
                <a:lnTo>
                  <a:pt x="11207" y="4128"/>
                </a:lnTo>
                <a:lnTo>
                  <a:pt x="11243" y="4128"/>
                </a:lnTo>
                <a:lnTo>
                  <a:pt x="11243" y="4128"/>
                </a:lnTo>
                <a:close/>
                <a:moveTo>
                  <a:pt x="10452" y="1960"/>
                </a:moveTo>
                <a:lnTo>
                  <a:pt x="10850" y="788"/>
                </a:lnTo>
                <a:lnTo>
                  <a:pt x="11207" y="1835"/>
                </a:lnTo>
                <a:lnTo>
                  <a:pt x="11207" y="1835"/>
                </a:lnTo>
                <a:lnTo>
                  <a:pt x="11250" y="1960"/>
                </a:lnTo>
                <a:lnTo>
                  <a:pt x="11250" y="1960"/>
                </a:lnTo>
                <a:lnTo>
                  <a:pt x="12016" y="1960"/>
                </a:lnTo>
                <a:lnTo>
                  <a:pt x="11265" y="0"/>
                </a:lnTo>
                <a:lnTo>
                  <a:pt x="11207" y="0"/>
                </a:lnTo>
                <a:lnTo>
                  <a:pt x="10436" y="0"/>
                </a:lnTo>
                <a:lnTo>
                  <a:pt x="9685" y="1960"/>
                </a:lnTo>
                <a:lnTo>
                  <a:pt x="10452" y="1960"/>
                </a:lnTo>
                <a:close/>
                <a:moveTo>
                  <a:pt x="13191" y="2168"/>
                </a:moveTo>
                <a:lnTo>
                  <a:pt x="12362" y="2168"/>
                </a:lnTo>
                <a:lnTo>
                  <a:pt x="11610" y="4128"/>
                </a:lnTo>
                <a:lnTo>
                  <a:pt x="12376" y="4128"/>
                </a:lnTo>
                <a:lnTo>
                  <a:pt x="12776" y="2956"/>
                </a:lnTo>
                <a:lnTo>
                  <a:pt x="13175" y="4128"/>
                </a:lnTo>
                <a:lnTo>
                  <a:pt x="13942" y="4128"/>
                </a:lnTo>
                <a:lnTo>
                  <a:pt x="13191" y="2168"/>
                </a:lnTo>
                <a:close/>
                <a:moveTo>
                  <a:pt x="12384" y="1960"/>
                </a:moveTo>
                <a:lnTo>
                  <a:pt x="13168" y="1960"/>
                </a:lnTo>
                <a:lnTo>
                  <a:pt x="13168" y="564"/>
                </a:lnTo>
                <a:lnTo>
                  <a:pt x="13723" y="564"/>
                </a:lnTo>
                <a:lnTo>
                  <a:pt x="13723" y="0"/>
                </a:lnTo>
                <a:lnTo>
                  <a:pt x="11828" y="0"/>
                </a:lnTo>
                <a:lnTo>
                  <a:pt x="11828" y="564"/>
                </a:lnTo>
                <a:lnTo>
                  <a:pt x="12384" y="564"/>
                </a:lnTo>
                <a:lnTo>
                  <a:pt x="12384" y="1960"/>
                </a:lnTo>
                <a:close/>
                <a:moveTo>
                  <a:pt x="14302" y="1960"/>
                </a:moveTo>
                <a:lnTo>
                  <a:pt x="14700" y="788"/>
                </a:lnTo>
                <a:lnTo>
                  <a:pt x="15100" y="1960"/>
                </a:lnTo>
                <a:lnTo>
                  <a:pt x="15866" y="1960"/>
                </a:lnTo>
                <a:lnTo>
                  <a:pt x="15115" y="0"/>
                </a:lnTo>
                <a:lnTo>
                  <a:pt x="14286" y="0"/>
                </a:lnTo>
                <a:lnTo>
                  <a:pt x="13534" y="1960"/>
                </a:lnTo>
                <a:lnTo>
                  <a:pt x="14302" y="1960"/>
                </a:lnTo>
                <a:close/>
                <a:moveTo>
                  <a:pt x="13752" y="2732"/>
                </a:moveTo>
                <a:lnTo>
                  <a:pt x="14309" y="2732"/>
                </a:lnTo>
                <a:lnTo>
                  <a:pt x="14309" y="4128"/>
                </a:lnTo>
                <a:lnTo>
                  <a:pt x="15093" y="4128"/>
                </a:lnTo>
                <a:lnTo>
                  <a:pt x="15093" y="2732"/>
                </a:lnTo>
                <a:lnTo>
                  <a:pt x="15649" y="2732"/>
                </a:lnTo>
                <a:lnTo>
                  <a:pt x="15649" y="2168"/>
                </a:lnTo>
                <a:lnTo>
                  <a:pt x="13752" y="2168"/>
                </a:lnTo>
                <a:lnTo>
                  <a:pt x="13752" y="2732"/>
                </a:lnTo>
                <a:close/>
                <a:moveTo>
                  <a:pt x="16211" y="2168"/>
                </a:moveTo>
                <a:lnTo>
                  <a:pt x="15460" y="4128"/>
                </a:lnTo>
                <a:lnTo>
                  <a:pt x="16226" y="4128"/>
                </a:lnTo>
                <a:lnTo>
                  <a:pt x="16608" y="3009"/>
                </a:lnTo>
                <a:lnTo>
                  <a:pt x="16608" y="2168"/>
                </a:lnTo>
                <a:lnTo>
                  <a:pt x="16211" y="2168"/>
                </a:lnTo>
                <a:close/>
                <a:moveTo>
                  <a:pt x="16233" y="1960"/>
                </a:moveTo>
                <a:lnTo>
                  <a:pt x="16608" y="1960"/>
                </a:lnTo>
                <a:lnTo>
                  <a:pt x="16608" y="0"/>
                </a:lnTo>
                <a:lnTo>
                  <a:pt x="15678" y="0"/>
                </a:lnTo>
                <a:lnTo>
                  <a:pt x="15678" y="564"/>
                </a:lnTo>
                <a:lnTo>
                  <a:pt x="16233" y="564"/>
                </a:lnTo>
                <a:lnTo>
                  <a:pt x="16233" y="1960"/>
                </a:lnTo>
                <a:close/>
              </a:path>
            </a:pathLst>
          </a:custGeom>
          <a:gradFill>
            <a:gsLst>
              <a:gs pos="0">
                <a:srgbClr val="EEF5FF">
                  <a:alpha val="55686"/>
                </a:srgbClr>
              </a:gs>
              <a:gs pos="6000">
                <a:srgbClr val="EEF5FF">
                  <a:alpha val="55686"/>
                </a:srgbClr>
              </a:gs>
              <a:gs pos="68000">
                <a:srgbClr val="D7D4CF"/>
              </a:gs>
              <a:gs pos="100000">
                <a:srgbClr val="D7D4CF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67"/>
              <a:buFont typeface="Calibri"/>
              <a:buNone/>
            </a:pPr>
            <a:r>
              <a:t/>
            </a:r>
            <a:endParaRPr b="0" i="0" sz="1867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" name="Google Shape;16;p4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10007787" y="6421712"/>
            <a:ext cx="1896764" cy="199188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4"/>
          <p:cNvSpPr txBox="1"/>
          <p:nvPr/>
        </p:nvSpPr>
        <p:spPr>
          <a:xfrm>
            <a:off x="3516152" y="6392523"/>
            <a:ext cx="5393241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© Tata Community Initiatives Trust, All Rights Reserved</a:t>
            </a:r>
            <a:endParaRPr b="0" i="1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" name="Google Shape;18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096851" y="172660"/>
            <a:ext cx="916496" cy="4214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19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94468" y="-100497"/>
            <a:ext cx="2623730" cy="965122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4"/>
    <p:sldLayoutId id="2147483650" r:id="rId5"/>
    <p:sldLayoutId id="2147483651" r:id="rId6"/>
    <p:sldLayoutId id="2147483652" r:id="rId7"/>
    <p:sldLayoutId id="2147483653" r:id="rId8"/>
    <p:sldLayoutId id="2147483654" r:id="rId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2160">
          <p15:clr>
            <a:srgbClr val="F26B43"/>
          </p15:clr>
        </p15:guide>
        <p15:guide id="2" pos="240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5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6.jpg"/><Relationship Id="rId4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6.jpg"/><Relationship Id="rId4" Type="http://schemas.openxmlformats.org/officeDocument/2006/relationships/image" Target="../media/image9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5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1"/>
          <p:cNvSpPr/>
          <p:nvPr/>
        </p:nvSpPr>
        <p:spPr>
          <a:xfrm>
            <a:off x="3384223" y="1451728"/>
            <a:ext cx="1998482" cy="1338606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5" name="Google Shape;65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26497" y="1566120"/>
            <a:ext cx="1160283" cy="1160283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1"/>
          <p:cNvSpPr txBox="1"/>
          <p:nvPr>
            <p:ph type="ctrTitle"/>
          </p:nvPr>
        </p:nvSpPr>
        <p:spPr>
          <a:xfrm>
            <a:off x="222253" y="3947456"/>
            <a:ext cx="9542777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67"/>
              <a:buNone/>
            </a:pPr>
            <a:r>
              <a:rPr sz="2400" b="1"/>
              <a:t>B2T1 - Navigating the Digital Workspace</a:t>
            </a:r>
            <a:endParaRPr b="1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11"/>
          <p:cNvSpPr txBox="1"/>
          <p:nvPr/>
        </p:nvSpPr>
        <p:spPr>
          <a:xfrm>
            <a:off x="517528" y="4636873"/>
            <a:ext cx="9542777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67"/>
              <a:buFont typeface="Calibri"/>
              <a:buNone/>
            </a:pPr>
            <a:r>
              <a:rPr b="1" i="0" lang="en-US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Summary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2"/>
          <p:cNvSpPr txBox="1"/>
          <p:nvPr>
            <p:ph type="title"/>
          </p:nvPr>
        </p:nvSpPr>
        <p:spPr>
          <a:xfrm>
            <a:off x="538347" y="60741"/>
            <a:ext cx="10408695" cy="642647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alibri"/>
              <a:buNone/>
            </a:pPr>
            <a:r>
              <a:rPr b="1" lang="en-US"/>
              <a:t>Let’s Recap</a:t>
            </a:r>
            <a:endParaRPr b="1"/>
          </a:p>
        </p:txBody>
      </p:sp>
      <p:sp>
        <p:nvSpPr>
          <p:cNvPr id="73" name="Google Shape;73;p12"/>
          <p:cNvSpPr txBox="1"/>
          <p:nvPr>
            <p:ph idx="4294967295" type="body"/>
          </p:nvPr>
        </p:nvSpPr>
        <p:spPr>
          <a:xfrm>
            <a:off x="615839" y="971656"/>
            <a:ext cx="9569198" cy="517285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sz="2000"/>
              <a:t>You have now reached the end of this topic.</a:t>
            </a:r>
            <a:endParaRPr/>
          </a:p>
          <a:p/>
          <a:p>
            <a:r>
              <a:rPr sz="2000"/>
              <a:t>Here is what you learned:</a:t>
            </a:r>
          </a:p>
          <a:p>
            <a:r>
              <a:rPr sz="2000"/>
              <a:t>• A digital workspace is a place where workshop information is created, saved, found, and shared.</a:t>
            </a:r>
          </a:p>
          <a:p>
            <a:r>
              <a:rPr sz="2000"/>
              <a:t>• A mechanic may use job cards, service history, scan reports, part details, photos, and checklists.</a:t>
            </a:r>
          </a:p>
          <a:p>
            <a:r>
              <a:rPr sz="2000"/>
              <a:t>• Good file names and folders help you find information quickly during service work.</a:t>
            </a:r>
          </a:p>
          <a:p>
            <a:r>
              <a:rPr sz="2000"/>
              <a:t>• Always verify digital information with the instructor, service manual, machine reading, or workshop supervisor.</a:t>
            </a:r>
          </a:p>
        </p:txBody>
      </p:sp>
      <p:pic>
        <p:nvPicPr>
          <p:cNvPr descr="Summary clipart Images - Free Download on Freepik" id="74" name="Google Shape;74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29599" y="1376378"/>
            <a:ext cx="3824271" cy="3824271"/>
          </a:xfrm>
          <a:prstGeom prst="rect">
            <a:avLst/>
          </a:prstGeom>
          <a:noFill/>
          <a:ln>
            <a:noFill/>
          </a:ln>
        </p:spPr>
      </p:pic>
      <p:pic>
        <p:nvPicPr>
          <p:cNvPr id="75" name="Picture 74" descr="job_card_worksho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599" y="1376378"/>
            <a:ext cx="3824271" cy="382427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3"/>
          <p:cNvSpPr txBox="1"/>
          <p:nvPr>
            <p:ph type="title"/>
          </p:nvPr>
        </p:nvSpPr>
        <p:spPr>
          <a:xfrm>
            <a:off x="538347" y="60741"/>
            <a:ext cx="10408695" cy="642647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alibri"/>
              <a:buNone/>
            </a:pPr>
            <a:r>
              <a:rPr b="1" lang="en-US"/>
              <a:t>Let’s Recap</a:t>
            </a:r>
            <a:endParaRPr b="1"/>
          </a:p>
        </p:txBody>
      </p:sp>
      <p:sp>
        <p:nvSpPr>
          <p:cNvPr id="80" name="Google Shape;80;p13"/>
          <p:cNvSpPr txBox="1"/>
          <p:nvPr>
            <p:ph idx="4294967295" type="body"/>
          </p:nvPr>
        </p:nvSpPr>
        <p:spPr>
          <a:xfrm>
            <a:off x="615839" y="971656"/>
            <a:ext cx="9569198" cy="517285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sz="1800"/>
              <a:t>Some more key points:</a:t>
            </a:r>
            <a:endParaRPr/>
          </a:p>
          <a:p>
            <a:r>
              <a:rPr sz="1800"/>
              <a:t>• A diagnostic scan report gives clues. It is not a final answer by itself.</a:t>
            </a:r>
          </a:p>
          <a:p>
            <a:r>
              <a:rPr sz="1800"/>
              <a:t>• Clear job notes help the next person understand what was checked and what was done.</a:t>
            </a:r>
          </a:p>
          <a:p>
            <a:r>
              <a:rPr sz="1800"/>
              <a:t>• Do not share customer or workshop information carelessly.</a:t>
            </a:r>
          </a:p>
          <a:p/>
          <a:p>
            <a:r>
              <a:rPr sz="1800"/>
              <a:t>My Update Habit:</a:t>
            </a:r>
          </a:p>
          <a:p>
            <a:r>
              <a:rPr sz="1800"/>
              <a:t>1. One new digital term/tool/output I noticed today: ________</a:t>
            </a:r>
          </a:p>
          <a:p>
            <a:r>
              <a:rPr sz="1800"/>
              <a:t>2. One thing I will always verify before acting: ________</a:t>
            </a:r>
          </a:p>
          <a:p>
            <a:r>
              <a:rPr sz="1800"/>
              <a:t>3. One reliable place I can check when unsure: ________</a:t>
            </a:r>
          </a:p>
        </p:txBody>
      </p:sp>
      <p:pic>
        <p:nvPicPr>
          <p:cNvPr descr="Summary clipart Images - Free Download on Freepik" id="82" name="Google Shape;82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29599" y="1376378"/>
            <a:ext cx="3824271" cy="3824271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Picture 82" descr="diagnostic_sc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599" y="1376378"/>
            <a:ext cx="3824271" cy="382427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4"/>
          <p:cNvSpPr/>
          <p:nvPr/>
        </p:nvSpPr>
        <p:spPr>
          <a:xfrm>
            <a:off x="3930978" y="5293360"/>
            <a:ext cx="1480007" cy="111252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9" name="Google Shape;89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86892" y="5356546"/>
            <a:ext cx="986147" cy="9861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orp PPT Template 2016_16x9_Co-Branding">
  <a:themeElements>
    <a:clrScheme name="TCS">
      <a:dk1>
        <a:srgbClr val="000000"/>
      </a:dk1>
      <a:lt1>
        <a:srgbClr val="FFFFFF"/>
      </a:lt1>
      <a:dk2>
        <a:srgbClr val="4E84C4"/>
      </a:dk2>
      <a:lt2>
        <a:srgbClr val="000000"/>
      </a:lt2>
      <a:accent1>
        <a:srgbClr val="0063BE"/>
      </a:accent1>
      <a:accent2>
        <a:srgbClr val="83389B"/>
      </a:accent2>
      <a:accent3>
        <a:srgbClr val="55A51C"/>
      </a:accent3>
      <a:accent4>
        <a:srgbClr val="D6492A"/>
      </a:accent4>
      <a:accent5>
        <a:srgbClr val="B9AFA4"/>
      </a:accent5>
      <a:accent6>
        <a:srgbClr val="974B07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2020-05-28T04:43:52Z</dcterms:created>
  <dc:creator>Charu Babbar</dc:creator>
</cp:coreProperties>
</file>